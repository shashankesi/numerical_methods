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84" r:id="rId4"/>
    <p:sldId id="306" r:id="rId5"/>
    <p:sldId id="285" r:id="rId6"/>
    <p:sldId id="300" r:id="rId7"/>
    <p:sldId id="301" r:id="rId8"/>
    <p:sldId id="307" r:id="rId9"/>
    <p:sldId id="305" r:id="rId10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Vladimir Script" panose="03050402040407070305" pitchFamily="66" charset="77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9"/>
    <p:restoredTop sz="94737"/>
  </p:normalViewPr>
  <p:slideViewPr>
    <p:cSldViewPr snapToGrid="0">
      <p:cViewPr varScale="1">
        <p:scale>
          <a:sx n="72" d="100"/>
          <a:sy n="72" d="100"/>
        </p:scale>
        <p:origin x="216" y="1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1                    Lecture No. 1.4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Propagation of Errors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Propagation of Errors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345124" y="964013"/>
            <a:ext cx="854845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Propagation of errors refers to the way errors in input values affect or "propagate" into the final result when calculations are performed.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Understanding Error Propagation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 numerical methods, we often use approximate values. When these values are added, subtracted, multiplied, divided, or used in formulas, the errors travel through the calculation and influence the output.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Key Point: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Errors combine in different ways depending on the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Operations and Error Propagation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038445"/>
            <a:ext cx="8576335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Errors propagate in calculations involving:</a:t>
            </a:r>
          </a:p>
          <a:p>
            <a:pPr algn="l"/>
            <a:endParaRPr lang="en-IN" sz="28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Addition and subtraction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Multiplication and division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Exponentiation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Logarithms and trigonometric functions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Operations and Error Propagation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992803"/>
            <a:ext cx="840118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Addition and Subtraction</a:t>
            </a:r>
          </a:p>
          <a:p>
            <a:pPr algn="l"/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Rule: Errors add up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z = x + y</a:t>
            </a: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Then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z ≈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 +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</a:t>
            </a:r>
          </a:p>
          <a:p>
            <a:pPr algn="l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total error is roughly the sum of individual errors.</a:t>
            </a:r>
          </a:p>
          <a:p>
            <a:pPr algn="l"/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Multiplication and Division</a:t>
            </a:r>
          </a:p>
          <a:p>
            <a:pPr algn="l"/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Rule: Relative errors add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z/z ≈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x/x +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y/y</a:t>
            </a:r>
          </a:p>
          <a:p>
            <a:pPr algn="l"/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Exponentiation</a:t>
            </a: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z = </a:t>
            </a:r>
            <a:r>
              <a:rPr lang="en-IN" sz="2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0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Then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z/z ≈ n × </a:t>
            </a:r>
            <a:r>
              <a:rPr lang="el-GR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Δ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x/x</a:t>
            </a:r>
          </a:p>
          <a:p>
            <a:pPr algn="l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relative error is multiplied by the exponent.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/1GSeFFNQkrU?si=fuy7nYXl_pSXYLKg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416</Words>
  <Application>Microsoft Macintosh PowerPoint</Application>
  <PresentationFormat>On-screen Show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88</cp:revision>
  <dcterms:modified xsi:type="dcterms:W3CDTF">2025-12-06T10:04:51Z</dcterms:modified>
</cp:coreProperties>
</file>