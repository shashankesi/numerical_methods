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84" r:id="rId3"/>
    <p:sldId id="306" r:id="rId5"/>
    <p:sldId id="285" r:id="rId6"/>
    <p:sldId id="286" r:id="rId7"/>
  </p:sldIdLst>
  <p:sldSz cx="9144000" cy="5143500" type="screen16x9"/>
  <p:notesSz cx="6858000" cy="9144000"/>
  <p:embeddedFontLst>
    <p:embeddedFont>
      <p:font typeface="Lato" panose="020F0502020204030203"/>
      <p:regular r:id="rId11"/>
    </p:embeddedFont>
    <p:embeddedFont>
      <p:font typeface="Cambria" panose="02040503050406030204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22"/>
    <p:restoredTop sz="94737"/>
  </p:normalViewPr>
  <p:slideViewPr>
    <p:cSldViewPr snapToGrid="0" showGuides="1">
      <p:cViewPr varScale="1">
        <p:scale>
          <a:sx n="64" d="100"/>
          <a:sy n="64" d="100"/>
        </p:scale>
        <p:origin x="192" y="15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Content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pic>
        <p:nvPicPr>
          <p:cNvPr id="3" name="Picture 2" descr="A red rectangular sign with a logo and a globe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 panose="020F0502020204030203"/>
              <a:buChar char="●"/>
              <a:defRPr sz="13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 panose="020B0604020202020204"/>
                </a:rPr>
                <a:t>Numerical Methods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 panose="020B0604020202020204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3127" y="1089514"/>
            <a:ext cx="8942119" cy="420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to obtain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solutions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mathematical problems, Used when: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Exact (analytical) solutions do not exist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Exact solutions are too complex to derive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Computers are required for fast results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efficient, practical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answers with controlled accuracy.</a:t>
            </a:r>
            <a:b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</a:br>
            <a:endParaRPr lang="en-US" sz="28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dirty="0"/>
              <a:t>2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dirty="0"/>
              <a:t>3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780585" y="-8910"/>
            <a:ext cx="811299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Numerical Methods?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0585" y="665225"/>
            <a:ext cx="7828939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real-world problems are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unsolvable analytically.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systems often lead to equations with: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closed-form solutions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Very large datasets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Multivariable complexity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methods allow us to: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Model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Simulate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and scientific systems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US" sz="3500" b="1" i="0" u="none" strike="noStrike" cap="none" dirty="0">
                  <a:solidFill>
                    <a:schemeClr val="bg2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 panose="020B0604020202020204"/>
                </a:rPr>
                <a:t>Major Reasons for Using Numerical Methods</a:t>
              </a:r>
              <a:endParaRPr lang="en-US" sz="35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 panose="020B0604020202020204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dirty="0"/>
              <a:t>4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08342" y="1065612"/>
                <a:ext cx="8401181" cy="3437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Analytical solution impossible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(e.g.,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IN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IN" sz="2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IN" sz="2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nary>
                    <m:r>
                      <a:rPr lang="en-I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𝑑𝑥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Equations too complex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algebraic methods</a:t>
                </a: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systems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(e.g., 1000+ linear equations)</a:t>
                </a: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data contains noise / errors</a:t>
                </a: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Fast computation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required (industry, simulations)</a:t>
                </a: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42" y="1065612"/>
                <a:ext cx="8401181" cy="3437159"/>
              </a:xfrm>
              <a:prstGeom prst="rect">
                <a:avLst/>
              </a:prstGeom>
              <a:blipFill rotWithShape="1">
                <a:blip r:embed="rId1"/>
                <a:stretch>
                  <a:fillRect l="-1" t="-2" r="2" b="18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71896" y="218172"/>
            <a:ext cx="8158348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Applications of the Topic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385500" y="1113182"/>
            <a:ext cx="8001000" cy="379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Engineering: stress analysis, structural design, power system analysis.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IN" dirty="0">
                <a:solidFill>
                  <a:schemeClr val="bg2"/>
                </a:solidFill>
              </a:rPr>
              <a:t>Physical sciences: astronomy, Schrödinger equation solutions.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IN" dirty="0">
                <a:solidFill>
                  <a:schemeClr val="bg2"/>
                </a:solidFill>
              </a:rPr>
              <a:t>Finance: option pricing, forecasting, risk analysis.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IN" dirty="0">
                <a:solidFill>
                  <a:schemeClr val="bg2"/>
                </a:solidFill>
              </a:rPr>
              <a:t>Medical imaging: CT/MRI reconstruction algorithms.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IN" dirty="0">
                <a:solidFill>
                  <a:schemeClr val="bg2"/>
                </a:solidFill>
              </a:rPr>
              <a:t>Computer graphics: rendering, animation, image processing.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dirty="0"/>
              <a:t>5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WPS Presentation</Application>
  <PresentationFormat>On-screen Show (16:9)</PresentationFormat>
  <Paragraphs>47</Paragraphs>
  <Slides>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SimSun</vt:lpstr>
      <vt:lpstr>Wingdings</vt:lpstr>
      <vt:lpstr>Arial</vt:lpstr>
      <vt:lpstr>Lato</vt:lpstr>
      <vt:lpstr>Cambria</vt:lpstr>
      <vt:lpstr>Calibri</vt:lpstr>
      <vt:lpstr>Arial Black</vt:lpstr>
      <vt:lpstr>Times New Roman</vt:lpstr>
      <vt:lpstr>Calibri</vt:lpstr>
      <vt:lpstr>Times New Roman</vt:lpstr>
      <vt:lpstr>Cambria Math</vt:lpstr>
      <vt:lpstr>Vladimir Script</vt:lpstr>
      <vt:lpstr>Microsoft YaHei</vt:lpstr>
      <vt:lpstr>Arial Unicode MS</vt:lpstr>
      <vt:lpstr>Streamline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Shashank</cp:lastModifiedBy>
  <cp:revision>79</cp:revision>
  <dcterms:created xsi:type="dcterms:W3CDTF">2026-02-11T13:03:35Z</dcterms:created>
  <dcterms:modified xsi:type="dcterms:W3CDTF">2026-02-11T13:03:52Z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2DDB7450F88C43589708A3D5D1688BC6_12</vt:lpwstr>
  </property>
  <property fmtid="{D5CDD505-2E9C-101B-9397-08002B2CF9AE}" pid="3" name="KSOProductBuildVer">
    <vt:lpwstr>2057-12.2.0.23197</vt:lpwstr>
  </property>
</Properties>
</file>