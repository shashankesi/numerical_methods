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306" r:id="rId5"/>
    <p:sldId id="285" r:id="rId6"/>
    <p:sldId id="308" r:id="rId7"/>
    <p:sldId id="309" r:id="rId8"/>
    <p:sldId id="300" r:id="rId9"/>
    <p:sldId id="301" r:id="rId10"/>
    <p:sldId id="307" r:id="rId11"/>
    <p:sldId id="305" r:id="rId12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Vladimir Script" panose="03050402040407070305" pitchFamily="66" charset="7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67"/>
    <p:restoredTop sz="94737"/>
  </p:normalViewPr>
  <p:slideViewPr>
    <p:cSldViewPr snapToGrid="0">
      <p:cViewPr varScale="1">
        <p:scale>
          <a:sx n="148" d="100"/>
          <a:sy n="148" d="100"/>
        </p:scale>
        <p:origin x="2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7817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 Equations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Equation Classification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Equations encountered in numerical methods are broadly classified into:</a:t>
            </a:r>
          </a:p>
          <a:p>
            <a:pPr algn="l">
              <a:lnSpc>
                <a:spcPct val="150000"/>
              </a:lnSpc>
            </a:pPr>
            <a:endParaRPr lang="en-IN" sz="28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Polynomial Equations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Transcendental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Polynomial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038445"/>
            <a:ext cx="857633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An equation involving only powers of x, constants, and coefficients, with no trigonometric, exponential, logarithmic, or other non-algebraic functions.</a:t>
            </a:r>
          </a:p>
          <a:p>
            <a:pPr algn="l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General Form</a:t>
            </a:r>
          </a:p>
          <a:p>
            <a:pPr algn="ctr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P(x) = </a:t>
            </a:r>
            <a:r>
              <a:rPr lang="en-IN" sz="2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en-IN" sz="2000" b="0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en-IN" sz="2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0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+ 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n-1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0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n-1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+ · · · + 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 + 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= 0</a:t>
            </a:r>
          </a:p>
          <a:p>
            <a:pPr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, 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n-1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, ..., a</a:t>
            </a:r>
            <a:r>
              <a:rPr lang="en-IN" sz="2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are coefficients and n is the degree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Examples of Polynomial Equations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207951"/>
            <a:ext cx="8401181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1. x</a:t>
            </a:r>
            <a:r>
              <a:rPr lang="en-IN" sz="28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− 5x + 2 = 0</a:t>
            </a:r>
          </a:p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 4x</a:t>
            </a:r>
            <a:r>
              <a:rPr lang="en-IN" sz="28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+ 7x − 3 = 0</a:t>
            </a:r>
          </a:p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3. x</a:t>
            </a:r>
            <a:r>
              <a:rPr lang="en-IN" sz="28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+ 2x</a:t>
            </a:r>
            <a:r>
              <a:rPr lang="en-IN" sz="2800" b="0" i="0" baseline="30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− x + 1 = 0</a:t>
            </a:r>
          </a:p>
          <a:p>
            <a:pPr algn="l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4. 6x − 11 = 0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Characteristics of Polynomial Equations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Degree n:</a:t>
            </a: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Determines the number of roots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Root types:</a:t>
            </a: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Roots may be real or complex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Closed-form solutions:</a:t>
            </a: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Exist for degree 1 to 4</a:t>
            </a:r>
          </a:p>
          <a:p>
            <a:pPr algn="l"/>
            <a:endParaRPr lang="en-IN" sz="24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For Degree ≥ 5</a:t>
            </a:r>
          </a:p>
          <a:p>
            <a:pPr algn="l"/>
            <a:endParaRPr lang="en-I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Numerical methods are required</a:t>
            </a:r>
          </a:p>
          <a:p>
            <a:pPr algn="ctr"/>
            <a:endParaRPr lang="en-IN" sz="24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 closed-form algebraic solutions exist for polynomials of degree 5 or higher.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What is Interpolation &amp; Its Needs?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831442"/>
            <a:ext cx="8685234" cy="437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l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 method of estimating unknown values between known data points.</a:t>
            </a:r>
          </a:p>
          <a:p>
            <a:pPr>
              <a:lnSpc>
                <a:spcPct val="150000"/>
              </a:lnSpc>
            </a:pPr>
            <a:r>
              <a:rPr lang="en-IN" sz="2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Why Interpolation is Needed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Real-world data is discrete: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Measurements taken at specific points only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Intermediate values needed: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Find temperature at 10:30 AM given values at 10:00 and 11:00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Missing data: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Estimate lost measurements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Numerical calculations: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Used in integration, differentiation, and solving ODEs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Computer graphics: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Animation, shading, zooming rely on interpolation</a:t>
            </a:r>
          </a:p>
        </p:txBody>
      </p:sp>
    </p:spTree>
    <p:extLst>
      <p:ext uri="{BB962C8B-B14F-4D97-AF65-F5344CB8AC3E}">
        <p14:creationId xmlns:p14="http://schemas.microsoft.com/office/powerpoint/2010/main" val="136311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/at1P2AOzB_8?si=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knHPZDjepmBEgphu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479</Words>
  <Application>Microsoft Macintosh PowerPoint</Application>
  <PresentationFormat>On-screen Show (16:9)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90</cp:revision>
  <dcterms:modified xsi:type="dcterms:W3CDTF">2025-12-06T10:30:04Z</dcterms:modified>
</cp:coreProperties>
</file>