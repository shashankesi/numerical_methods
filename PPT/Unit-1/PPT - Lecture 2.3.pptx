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3" r:id="rId3"/>
    <p:sldId id="284" r:id="rId4"/>
    <p:sldId id="306" r:id="rId5"/>
    <p:sldId id="285" r:id="rId6"/>
    <p:sldId id="310" r:id="rId7"/>
    <p:sldId id="308" r:id="rId8"/>
    <p:sldId id="300" r:id="rId9"/>
    <p:sldId id="301" r:id="rId10"/>
    <p:sldId id="307" r:id="rId11"/>
    <p:sldId id="305" r:id="rId12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Vladimir Script" panose="03050402040407070305" pitchFamily="66" charset="77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661"/>
    <p:restoredTop sz="94737"/>
  </p:normalViewPr>
  <p:slideViewPr>
    <p:cSldViewPr snapToGrid="0">
      <p:cViewPr varScale="1">
        <p:scale>
          <a:sx n="49" d="100"/>
          <a:sy n="49" d="100"/>
        </p:scale>
        <p:origin x="176" y="17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94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976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2                    Lecture No. 2.3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 of Basic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Equations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Property 1: Divisibility Property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f(x) is exactly divisible by (x − a),</a:t>
            </a:r>
          </a:p>
          <a:p>
            <a:pPr algn="just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then a is a root of f(x) = 0</a:t>
            </a:r>
          </a:p>
          <a:p>
            <a:pPr algn="just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This means (x − a) is a factor of f(x).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0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Property 2: Nth Degree Equations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28A36-3260-6453-8999-4CF7DCC05C61}"/>
              </a:ext>
            </a:extLst>
          </p:cNvPr>
          <p:cNvSpPr txBox="1"/>
          <p:nvPr/>
        </p:nvSpPr>
        <p:spPr>
          <a:xfrm>
            <a:off x="317241" y="1146021"/>
            <a:ext cx="8576335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Statement</a:t>
            </a:r>
          </a:p>
          <a:p>
            <a:pPr algn="just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Every equation of the nth degree has exactly n roots (real or imaginary).</a:t>
            </a:r>
          </a:p>
          <a:p>
            <a:pPr algn="just">
              <a:lnSpc>
                <a:spcPct val="150000"/>
              </a:lnSpc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Factorization</a:t>
            </a:r>
          </a:p>
          <a:p>
            <a:pPr algn="just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a₁, a₂, ..., aₙ are the roots, then:</a:t>
            </a:r>
          </a:p>
          <a:p>
            <a:pPr algn="l"/>
            <a:endParaRPr lang="en-IN" sz="2600" b="0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800" b="1" i="0" dirty="0">
                  <a:solidFill>
                    <a:srgbClr val="38BDF8"/>
                  </a:solidFill>
                  <a:effectLst/>
                  <a:latin typeface="Times New Roman" panose="02020603050405020304" pitchFamily="18" charset="0"/>
                </a:rPr>
                <a:t>Factorization Formula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1256227"/>
            <a:ext cx="8401181" cy="200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4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f(x) = A(x − a₁)(x − a₂)...(x − aₙ)</a:t>
            </a:r>
          </a:p>
          <a:p>
            <a:pPr algn="just">
              <a:lnSpc>
                <a:spcPct val="150000"/>
              </a:lnSpc>
            </a:pPr>
            <a:r>
              <a:rPr lang="en-IN" sz="44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 A is a constant</a:t>
            </a:r>
            <a:endParaRPr lang="en-IN" sz="44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Example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020594" y="85987"/>
            <a:ext cx="8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1275827"/>
            <a:ext cx="8401181" cy="3485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Example 1: Solve 2x³ + x² − 13x + 6 = 0</a:t>
            </a:r>
          </a:p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1: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By inspection, x = 2 satisfies the equation</a:t>
            </a:r>
          </a:p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2: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So (x − 2) is a factor</a:t>
            </a:r>
          </a:p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3: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Divide by (x − 2): quotient = 2x² + 5x − 3</a:t>
            </a:r>
          </a:p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Step 4: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Solve 2x² + 5x − 3 = 0</a:t>
            </a:r>
          </a:p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Roots: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x = 2, x = −3, x = 1/2</a:t>
            </a:r>
          </a:p>
        </p:txBody>
      </p:sp>
    </p:spTree>
    <p:extLst>
      <p:ext uri="{BB962C8B-B14F-4D97-AF65-F5344CB8AC3E}">
        <p14:creationId xmlns:p14="http://schemas.microsoft.com/office/powerpoint/2010/main" val="26730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Property 3: Intermediate Value Theorem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3697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f(x) is continuous in [a, b] and f(a) and f(b) have different signs, then there exists at least one root between x = a and x = b.</a:t>
            </a:r>
          </a:p>
          <a:p>
            <a:pPr algn="just">
              <a:lnSpc>
                <a:spcPct val="150000"/>
              </a:lnSpc>
            </a:pPr>
            <a:r>
              <a:rPr lang="en-IN" sz="32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Key Point:</a:t>
            </a:r>
            <a:r>
              <a:rPr lang="en-IN" sz="32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Since f(x) is continuous, it must cross zero at least once.</a:t>
            </a:r>
          </a:p>
        </p:txBody>
      </p:sp>
    </p:spTree>
    <p:extLst>
      <p:ext uri="{BB962C8B-B14F-4D97-AF65-F5344CB8AC3E}">
        <p14:creationId xmlns:p14="http://schemas.microsoft.com/office/powerpoint/2010/main" val="368729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/at1P2AOzB_8?si=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knHPZDjepmBEgphu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2436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491</Words>
  <Application>Microsoft Macintosh PowerPoint</Application>
  <PresentationFormat>On-screen Show (16:9)</PresentationFormat>
  <Paragraphs>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97</cp:revision>
  <dcterms:modified xsi:type="dcterms:W3CDTF">2025-12-06T10:38:38Z</dcterms:modified>
</cp:coreProperties>
</file>